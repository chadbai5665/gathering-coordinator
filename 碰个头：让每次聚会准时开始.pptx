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480" y="6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4283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碰个头：让每次聚会准时开始
大家好，欢迎参加“碰个头”的产品演示。我们今天想聊一个大家都很熟悉的话题：朋友聚会。这个产品的目标很简单，就是利用技术的力量，让每一次我们期待已久的聚会，都能准时开始，不再有无尽的等待和催促。接下来，让我们一起看看它是如何做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想必大家在组织聚会时，一定会碰到这样的痛点。首先是地点难定，众口难调，选个大家都方便的地方太难了。其次是吃什么，火锅还是烧烤，总要来回拉扯。最让人头疼的，是总有那么一两个朋友，嘴上说着“在路上”，“马上到”，但实际上可能刚刚从床上爬起来。这些不大不小的问题，正在消耗我们聚会的热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以，为了解决这些问题，我们设计了这款名为“碰个头”的聚会协调工具。它不仅仅是一个简单的邀约工具，我们希望通过它，让大家实现一次真正有质量的碰头。它主要通过AI智能推荐、实时位置追踪和准时提醒这三大核心机制，来确保从规划到执行的每一步都清晰、高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“碰个头”的整个流程非常简单，只需要三步。第一步，组织者和参与者各自输入自己的出发地和口味偏好。第二步，我们的AI算法会根据所有人的信息，智能推荐出对大家最公平的核心聚会地点和备选餐厅。最后一步，大家在推荐方案中进行投票，民主选出最终的碰头地点。整个过程清晰透明，告别选择困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规划只是第一步，我们“碰个头”真正好玩且强大的点在于，它不仅仅帮你规划，更能监督执行。通过实时追踪功能，你可以看到所有朋友的实时位置聚合在同一张地图上。系统会根据他们的位置和路况智能推算每个人的预计到达时间，一旦有人超时还未出发，系统还会自动发出善意的迟到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来看一个具体场景。假设聚会定在下午3点，“碰个头”会通过地图聚合把大家的出发线路和所需时间都计算好。比如小明路程30分钟，就得2点半出发；小红路程15分钟，2点45出发就够了。系统会为每个人生成一个最晚出发时间。如果到了预定出发时间，像小李这样还未移动，系统就会自动发出迟到提醒，督促他赶紧动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看到的所有动态信息，都会在这个“集合终端”页面上实时呈现和更新。作为组织者，你可以在这里一览全局。顶部的倒计时让你对时间有数，中间的地图让你对位置了如指掌。最关键的是底部的成员列表，它会用不同颜色告诉你每个人的状态，并给出一个关于这次聚会能否在规定时间内准时开始的整体预测。一切都尽在掌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些流畅体验的实现，离不开背后坚实的技术支撑。我们的核心技术包括：用于智能规划路线和餐厅的AI推荐算法；与主流地图服务商深度集成的API；保证追踪精度的实时位置追踪技术；以及通过WebSocket实现的毫秒级实时通信，它确保了你在终端上看到的每个人的位置和状态都是即时同步的，没有延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而言之，“碰个头”为用户带来的核心价值体现在三个方面。首先，它将以往繁琐的沟通协调过程简化为三步，极大地节省了大家的时间和精力。其次，通过独特的实时追踪和提醒机制，它能有效提高聚会的准时率。最终，这一切都指向一个目标：全面提升聚会体验，让组织者和参与者都能把精力真正放在享受相聚的快乐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的产品演示到此结束，非常感谢大家的观看。我们相信，每一次相聚都值得被认真对待。我们真诚地希望能有机会，和在座的每一位“碰个头”。如果您对我们的产品感兴趣，或者有任何想法希望交流，欢迎扫描屏幕上的二维码了解更多信息。谢谢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8849f3dfb7c0229a06fe9d/images/page_0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E7146E7-840B-9E25-AB97-8BA1E70F6FFC}"/>
              </a:ext>
            </a:extLst>
          </p:cNvPr>
          <p:cNvSpPr txBox="1"/>
          <p:nvPr/>
        </p:nvSpPr>
        <p:spPr>
          <a:xfrm>
            <a:off x="3231661" y="3677175"/>
            <a:ext cx="2680677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zh-CN" altLang="en-US" sz="1600" b="1" dirty="0">
                <a:ln/>
                <a:solidFill>
                  <a:schemeClr val="accent3"/>
                </a:solidFill>
                <a:latin typeface="+mn-ea"/>
              </a:rPr>
              <a:t>低频信号</a:t>
            </a:r>
            <a:endParaRPr lang="en-US" altLang="zh-CN" sz="1600" b="1" dirty="0">
              <a:ln/>
              <a:solidFill>
                <a:schemeClr val="accent3"/>
              </a:solidFill>
              <a:latin typeface="+mn-ea"/>
            </a:endParaRPr>
          </a:p>
          <a:p>
            <a:pPr algn="ctr"/>
            <a:r>
              <a:rPr lang="zh-CN" altLang="en-US" sz="1600" b="1" dirty="0">
                <a:ln/>
                <a:solidFill>
                  <a:schemeClr val="accent3"/>
                </a:solidFill>
                <a:latin typeface="+mn-ea"/>
              </a:rPr>
              <a:t>听见终端的心跳</a:t>
            </a:r>
            <a:endParaRPr lang="en-US" altLang="zh-CN" sz="1600" b="1" dirty="0">
              <a:ln/>
              <a:solidFill>
                <a:schemeClr val="accent3"/>
              </a:solidFill>
              <a:latin typeface="+mn-ea"/>
            </a:endParaRPr>
          </a:p>
          <a:p>
            <a:pPr algn="ctr"/>
            <a:endParaRPr lang="zh-CN" altLang="en-US" sz="1600" b="1" dirty="0">
              <a:ln/>
              <a:solidFill>
                <a:schemeClr val="accent3"/>
              </a:solidFill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B0E2F2-619C-1722-FE68-6D43EC568457}"/>
              </a:ext>
            </a:extLst>
          </p:cNvPr>
          <p:cNvSpPr txBox="1"/>
          <p:nvPr/>
        </p:nvSpPr>
        <p:spPr>
          <a:xfrm>
            <a:off x="2429934" y="4234261"/>
            <a:ext cx="46143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zh-CN" sz="1400" dirty="0">
                <a:effectLst/>
              </a:rPr>
              <a:t>Maven</a:t>
            </a:r>
            <a:r>
              <a:rPr lang="zh-CN" altLang="en-US" sz="1400" dirty="0">
                <a:effectLst/>
              </a:rPr>
              <a:t>、</a:t>
            </a:r>
            <a:r>
              <a:rPr lang="en-US" altLang="zh-CN" sz="1400" dirty="0">
                <a:effectLst/>
              </a:rPr>
              <a:t>Nigel</a:t>
            </a:r>
            <a:r>
              <a:rPr lang="zh-CN" altLang="en-US" sz="1400" dirty="0">
                <a:effectLst/>
              </a:rPr>
              <a:t>、</a:t>
            </a:r>
            <a:r>
              <a:rPr lang="en-US" altLang="zh-CN" sz="1400" dirty="0">
                <a:effectLst/>
              </a:rPr>
              <a:t>Chad</a:t>
            </a:r>
            <a:r>
              <a:rPr lang="zh-CN" altLang="en-US" sz="1400" dirty="0">
                <a:effectLst/>
              </a:rPr>
              <a:t>、</a:t>
            </a:r>
            <a:r>
              <a:rPr lang="en-US" altLang="zh-CN" sz="1400" dirty="0">
                <a:effectLst/>
              </a:rPr>
              <a:t>Serena</a:t>
            </a:r>
            <a:r>
              <a:rPr lang="zh-CN" altLang="en-US" sz="1400" dirty="0">
                <a:effectLst/>
              </a:rPr>
              <a:t>、</a:t>
            </a:r>
            <a:r>
              <a:rPr lang="en-US" altLang="zh-CN" sz="1400" dirty="0">
                <a:effectLst/>
              </a:rPr>
              <a:t>Robin</a:t>
            </a:r>
            <a:r>
              <a:rPr lang="zh-CN" altLang="en-US" sz="1400" dirty="0"/>
              <a:t>、</a:t>
            </a:r>
            <a:r>
              <a:rPr lang="en-US" altLang="zh-CN" sz="1400" dirty="0">
                <a:effectLst/>
              </a:rPr>
              <a:t>Mike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8849f3dfb7c0229a06fe9d/images/page_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8849f3dfb7c0229a06fe9d/images/page_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8849f3dfb7c0229a06fe9d/images/page_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8849f3dfb7c0229a06fe9d/images/page_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8849f3dfb7c0229a06fe9d/images/page_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8849f3dfb7c0229a06fe9d/images/page_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8849f3dfb7c0229a06fe9d/images/page_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8849f3dfb7c0229a06fe9d/images/page_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app/temp/temp-pptx-698849f3dfb7c0229a06fe9d/images/page_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图片 3" descr="QR 代码&#10;&#10;AI 生成的内容可能不正确。">
            <a:extLst>
              <a:ext uri="{FF2B5EF4-FFF2-40B4-BE49-F238E27FC236}">
                <a16:creationId xmlns:a16="http://schemas.microsoft.com/office/drawing/2014/main" id="{6F8538A6-AB91-F8C2-A4A6-8142ADD81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3898" y="3469646"/>
            <a:ext cx="796204" cy="732099"/>
          </a:xfrm>
          <a:prstGeom prst="rect">
            <a:avLst/>
          </a:prstGeom>
        </p:spPr>
      </p:pic>
      <p:pic>
        <p:nvPicPr>
          <p:cNvPr id="6" name="图片 5" descr="图标&#10;&#10;AI 生成的内容可能不正确。">
            <a:extLst>
              <a:ext uri="{FF2B5EF4-FFF2-40B4-BE49-F238E27FC236}">
                <a16:creationId xmlns:a16="http://schemas.microsoft.com/office/drawing/2014/main" id="{6F8CD216-0E72-B103-E104-C78B6F5447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4240" y="3767015"/>
            <a:ext cx="151483" cy="1445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300</Words>
  <Application>Microsoft Office PowerPoint</Application>
  <PresentationFormat>全屏显示(16:9)</PresentationFormat>
  <Paragraphs>23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雪亮 白</cp:lastModifiedBy>
  <cp:revision>4</cp:revision>
  <dcterms:created xsi:type="dcterms:W3CDTF">2026-02-08T08:34:21Z</dcterms:created>
  <dcterms:modified xsi:type="dcterms:W3CDTF">2026-02-08T08:56:19Z</dcterms:modified>
</cp:coreProperties>
</file>